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4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CAF1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FLOATEX SOLAR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Blog Content Brief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in this document and share it back.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will build your complete, SEO-optimised blog page.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7132320" cy="1554480"/>
          </a:xfrm>
          <a:prstGeom prst="roundRect">
            <a:avLst>
              <a:gd name="adj" fmla="val 4706"/>
            </a:avLst>
          </a:prstGeom>
          <a:solidFill>
            <a:srgbClr val="12203A"/>
          </a:solidFill>
          <a:ln w="19050">
            <a:solidFill>
              <a:srgbClr val="FCAF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334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use this template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Fill every * Required field — these directly become your page meta and content.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Optional fields improve SEO and design richness but are not blocking.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You can type answers directly in the white boxes or write below them.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Send the filled PPT and we will generate the complete HTML + CSS blog page.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412480" y="4846320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12203A"/>
          </a:solidFill>
          <a:ln w="10160">
            <a:solidFill>
              <a:srgbClr val="1E30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490118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0" y="514807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 &amp; How-to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646920" y="4846320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12203A"/>
          </a:solidFill>
          <a:ln w="10160">
            <a:solidFill>
              <a:srgbClr val="1E30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6920" y="490118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46920" y="514807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SEO &amp; Meta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881360" y="4846320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12203A"/>
          </a:solidFill>
          <a:ln w="10160">
            <a:solidFill>
              <a:srgbClr val="1E30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1360" y="490118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881360" y="514807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 Section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412480" y="5577840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12203A"/>
          </a:solidFill>
          <a:ln w="10160">
            <a:solidFill>
              <a:srgbClr val="1E30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563270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587959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 Content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646920" y="5577840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12203A"/>
          </a:solidFill>
          <a:ln w="10160">
            <a:solidFill>
              <a:srgbClr val="1E3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563270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46920" y="587959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 &amp; Media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0881360" y="5577840"/>
            <a:ext cx="1143000" cy="621792"/>
          </a:xfrm>
          <a:prstGeom prst="roundRect">
            <a:avLst>
              <a:gd name="adj" fmla="val 8824"/>
            </a:avLst>
          </a:prstGeom>
          <a:solidFill>
            <a:srgbClr val="12203A"/>
          </a:solidFill>
          <a:ln w="10160">
            <a:solidFill>
              <a:srgbClr val="1E30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1360" y="5632704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881360" y="587959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CTA &amp; Related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Required fields are marked in yellow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06   SEO &amp; META INFORMATION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4747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slide controls how Google and social media display your blog post.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94360"/>
            <a:ext cx="12188952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0C14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093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TITLE &amp; 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SEO Title  (max 60 characters — appears in Google search results)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225296"/>
            <a:ext cx="11612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43584"/>
            <a:ext cx="11430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"How Floating Solar Saves Water and Generates Power | Floatex Solar"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178308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Meta Description  (max 155 characters — the snippet under your title in Google)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2002536"/>
            <a:ext cx="116128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20824"/>
            <a:ext cx="114300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"Discover how floating solar panels reduce reservoir evaporation by 70% while generating clean electricity..."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0" y="2606040"/>
            <a:ext cx="12188952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0C14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426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&amp; CATEGORY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301752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URL Slug  * Required  (short, lowercase, hyphens only — no spaces)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3236976"/>
            <a:ext cx="5577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55264"/>
            <a:ext cx="53949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floating-solar-water-conservation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26480" y="3017520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Category / Tag  (one label shown on the blog card)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26480" y="3236976"/>
            <a:ext cx="5760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255264"/>
            <a:ext cx="55778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Industry Insights  /  Project Update  /  Policy  /  Technology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0" y="3749040"/>
            <a:ext cx="12188952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0C14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7856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KEYWORDS &amp; SOCIAL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160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Primary Keyword  (the main term you want to rank for)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4379976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98264"/>
            <a:ext cx="34747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floating solar india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206240" y="4160520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Secondary Keywords  (2-4 related terms, comma-separated)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206240" y="4379976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4398264"/>
            <a:ext cx="74980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FSPV, reservoir solar, floating photovoltaics, solar energy india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 / Social Share Title  (shown when shared on LinkedIn, WhatsApp — can differ from SEO title)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5111496"/>
            <a:ext cx="11612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5129784"/>
            <a:ext cx="11430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"Floating Solar: Solving India's Land &amp; Water Crisis at Once"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557784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OG Description  (1-2 lines for social preview card)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5797296"/>
            <a:ext cx="116128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5815584"/>
            <a:ext cx="114300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"A deep dive into how FSPV technology saves water, saves land, and delivers more power than ground-mounted solar."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" y="65836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Tip: The SEO Title and Meta Description are the most important fields on this slide.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06   HERO SECTION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4747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thing readers see — the big title, date, and cover image at the top of the page.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94360"/>
            <a:ext cx="12188952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0C14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093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BLOG TITLE &amp; META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Blog Title  * Required  (the H1 shown on the page — can be longer than the SEO title)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225296"/>
            <a:ext cx="116128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43584"/>
            <a:ext cx="11430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"How Floating Solar Panels Save 1.5 Billion Litres of Water Every Year"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17556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Publish Date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975104"/>
            <a:ext cx="27432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93392"/>
            <a:ext cx="25603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May 5, 2026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0" y="175564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Author Name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91840" y="1975104"/>
            <a:ext cx="41148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993392"/>
            <a:ext cx="3931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Floatex Solar  /  Rajiv Mehta, Head of Engineering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680960" y="175564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Time  (estimate)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680960" y="1975104"/>
            <a:ext cx="42062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993392"/>
            <a:ext cx="40233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5 min read  /  8 min read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0" y="2514600"/>
            <a:ext cx="12188952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0C14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55117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 IMAGE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D8D7D3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8036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 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2880360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Image File / URL  * Required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852160" y="3099816"/>
            <a:ext cx="603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118104"/>
            <a:ext cx="5852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image URL or describe: "aerial view of floating solar on reservoir"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52160" y="3611880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Alt Text  * Required  (describes the image for Google Image Search and accessibility)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852160" y="3831336"/>
            <a:ext cx="60350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849624"/>
            <a:ext cx="58521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"Aerial view of Floatex 50 MW floating solar installation on Hirakud reservoir, Odisha"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52160" y="4434840"/>
            <a:ext cx="6035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Caption  (optional — shown below the image on the page)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852160" y="4654296"/>
            <a:ext cx="603504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4672584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"Floatex Solar's 50 MW installation at Hirakud, Odisha — commissioned March 2026"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852160" y="5166360"/>
            <a:ext cx="6035040" cy="1417320"/>
          </a:xfrm>
          <a:prstGeom prst="roundRect">
            <a:avLst>
              <a:gd name="adj" fmla="val 4516"/>
            </a:avLst>
          </a:prstGeom>
          <a:solidFill>
            <a:srgbClr val="12203A"/>
          </a:solidFill>
          <a:ln w="12700">
            <a:solidFill>
              <a:srgbClr val="FCAF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523951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Tips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5504688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Minimum size: 1200 × 630 px (for social sharing)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Ideal ratio: 21:9 (wide cinematic) or 16:9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Formats: JPG or WebP preferred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If you have no image, write a description and we will source one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06   ARTICLE CONTENT  (Part A — Structure &amp; Lead)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4747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rewards long-form, well-structured content. Fill all sections for best SEO results.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94360"/>
            <a:ext cx="12188952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0C14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093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PARAGRAPH  (first paragraph — most important for SEO)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11612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33272"/>
            <a:ext cx="114300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your opening paragraph here (2-4 sentences). This appears with a yellow left-border on the page.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"India has set the world's most ambitious renewable energy target — 500 GW by 2030. But there is a hidden bottleneck that rarely makes headlines: land..."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0" y="2057400"/>
            <a:ext cx="12188952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0C14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9397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OF CONTENTS  (section names become in-page navigation links)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46888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Section 1 Heading  * Required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2688336"/>
            <a:ext cx="5577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15768"/>
            <a:ext cx="53949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The Challenge: Why India Needs a New Solar Strategy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35661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Section 2 Heading  * Required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3785616"/>
            <a:ext cx="5577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13048"/>
            <a:ext cx="53949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What Is Floating Solar (FSPV)?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466344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Section 3 Heading  * Required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4882896"/>
            <a:ext cx="5577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10328"/>
            <a:ext cx="53949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India's FSPV Potential — The Numbers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09360" y="246888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Section 4 Heading  * Required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309360" y="2688336"/>
            <a:ext cx="5577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715768"/>
            <a:ext cx="53949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Key Benefits You Need to Know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35661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5 Heading  (optional)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09360" y="3785616"/>
            <a:ext cx="5577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813048"/>
            <a:ext cx="53949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Engineering Challenges &amp; Solutions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09360" y="466344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6 Heading  (optional)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309360" y="4882896"/>
            <a:ext cx="55778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910328"/>
            <a:ext cx="53949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The Road Ahead: 2026 and Beyond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06   ARTICLE CONTENT  (Part B — Body Text &amp; Special Elements)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47472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your full section content below — or write bullet points and we will expand them.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94360"/>
            <a:ext cx="12188952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0C14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093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ARTICLE BODY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713232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97280"/>
            <a:ext cx="68580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YOUR FULL ARTICLE TEXT HERE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paste from Word, Google Docs, or your WordPress editor.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hints: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Use ==H2== before a heading  (e.g. ==What Is FSPV?==)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Use ---H3--- before a sub-heading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Use  &gt;&gt;  to mark a pull-quote  (e.g. &gt;&gt; "Solar panels on water is the future.")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Use  [!]  to mark a callout box  (e.g. [!] Did you know? ...)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Use  ---  for a horizontal divider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Bold: **text**     Italic: _text_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0" y="594360"/>
            <a:ext cx="12188952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0C14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3093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 ELEMENTS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667512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 ELEMENTS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680960" y="1005840"/>
            <a:ext cx="4206240" cy="1325880"/>
          </a:xfrm>
          <a:prstGeom prst="roundRect">
            <a:avLst>
              <a:gd name="adj" fmla="val 4828"/>
            </a:avLst>
          </a:prstGeom>
          <a:solidFill>
            <a:srgbClr val="0C1422"/>
          </a:solidFill>
          <a:ln w="12700">
            <a:solidFill>
              <a:srgbClr val="1E30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051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Stats Band  (3 numbers shown in dark strip)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18120" y="1280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 1 — e.g.  280 GW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818120" y="15361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 1 Label — e.g.  FSPV potential in India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18120" y="17922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 2  |  Stat 2 Label  |  Stat 3  |  Stat 3 Label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680960" y="2423160"/>
            <a:ext cx="4206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25400">
            <a:solidFill>
              <a:srgbClr val="FCA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2468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Quote  (blockquote — italicised, stands out)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18120" y="26974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 text: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"Floating solar is not a niche — it is India's most scalable clean energy solution."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Attribution:  e.g.  — Floatex Engineering Team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680960" y="3703320"/>
            <a:ext cx="4206240" cy="1188720"/>
          </a:xfrm>
          <a:prstGeom prst="roundRect">
            <a:avLst>
              <a:gd name="adj" fmla="val 5385"/>
            </a:avLst>
          </a:prstGeom>
          <a:solidFill>
            <a:srgbClr val="FFF8E7"/>
          </a:solidFill>
          <a:ln w="19050">
            <a:solidFill>
              <a:srgbClr val="FCAF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37490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Callout / Highlight Box  (yellow background)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18120" y="39776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Title:  e.g.  Did You Know?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Body:  e.g.  A 1 MW floating solar plant saves 15 million litres of water per year.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80960" y="4983480"/>
            <a:ext cx="4206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50292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Bullet Lists  (appear with yellow square bullets)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18120" y="52578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title / intro sentence: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States with highest FSPV potential: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Items (one per line):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Odisha — 42 GW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Madhya Pradesh — 38 GW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i="1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Andhra Pradesh — 35 GW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06   IMAGES &amp; MEDIA  (Inline Article Images)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47472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images break up long text and significantly help SEO via Image Search. Add 1-3 inside the article.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3712464" cy="2103120"/>
          </a:xfrm>
          <a:prstGeom prst="roundRect">
            <a:avLst>
              <a:gd name="adj" fmla="val 3478"/>
            </a:avLst>
          </a:prstGeom>
          <a:solidFill>
            <a:srgbClr val="D8D7D3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94360"/>
            <a:ext cx="371246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IMAGE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(After Section 1)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788920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Image File / URL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3008376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026664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URL or describe the image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3493008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Alt Text  * SEO Critical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3712464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30752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what's in the image in 1 sentence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4197096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Caption  (shown below image)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4416552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434840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— 1 line of context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in article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5120640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5138928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Section 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61104" y="594360"/>
            <a:ext cx="3712464" cy="2103120"/>
          </a:xfrm>
          <a:prstGeom prst="roundRect">
            <a:avLst>
              <a:gd name="adj" fmla="val 3478"/>
            </a:avLst>
          </a:prstGeom>
          <a:solidFill>
            <a:srgbClr val="D8D7D3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1104" y="594360"/>
            <a:ext cx="371246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IMAGE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(After Section 3)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61104" y="2788920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Image File / URL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261104" y="3008376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52544" y="3026664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URL or describe the image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61104" y="3493008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Alt Text  * SEO Critical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261104" y="3712464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52544" y="3730752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what's in the image in 1 sentence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261104" y="4197096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Caption  (shown below image)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261104" y="4416552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52544" y="4434840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— 1 line of context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61104" y="4901184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in article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261104" y="5120640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52544" y="5138928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Section 3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247888" y="594360"/>
            <a:ext cx="3712464" cy="2103120"/>
          </a:xfrm>
          <a:prstGeom prst="roundRect">
            <a:avLst>
              <a:gd name="adj" fmla="val 3478"/>
            </a:avLst>
          </a:prstGeom>
          <a:solidFill>
            <a:srgbClr val="D8D7D3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7888" y="594360"/>
            <a:ext cx="371246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IMAGE 3  (OPTIONAL)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(After Section 5)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47888" y="2788920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File / URL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247888" y="3008376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3026664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URL or describe the image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47888" y="3493008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 Text  * SEO Critical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8247888" y="3712464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9328" y="3730752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what's in the image in 1 sentence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47888" y="4197096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Caption  (shown below image)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247888" y="4416552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39328" y="4434840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— 1 line of context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47888" y="4901184"/>
            <a:ext cx="3712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in article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247888" y="5120640"/>
            <a:ext cx="3712464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39328" y="5138928"/>
            <a:ext cx="352958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Section 5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5760720"/>
            <a:ext cx="11612880" cy="914400"/>
          </a:xfrm>
          <a:prstGeom prst="roundRect">
            <a:avLst>
              <a:gd name="adj" fmla="val 7000"/>
            </a:avLst>
          </a:prstGeom>
          <a:solidFill>
            <a:srgbClr val="0C1422"/>
          </a:solidFill>
          <a:ln w="12700">
            <a:solidFill>
              <a:srgbClr val="FCAF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8155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have images?  No problem.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0624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the Image fields blank and write a 1-line description of what the image should show (e.g. "aerial view of floating solar on a reservoir in India"). We will source high-quality, royalty-free images that match your content.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4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06   CTA SECTION &amp; RELATED ARTICLES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347472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CTA banner appears below the article and drives enquiry conversions. Related articles improve time-on-site.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94360"/>
            <a:ext cx="12188952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0C14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3093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CTA BANNER  (dark section below the article — drives contact enquiries)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CTA Heading  * Required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225296"/>
            <a:ext cx="116128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43584"/>
            <a:ext cx="114300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Planning a Floating Solar Project?  /  Want to Deploy FSPV on Your Reservoir?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1719072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CTA Subtext  (1-2 sentences explaining what Floatex offers)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938528"/>
            <a:ext cx="116128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56816"/>
            <a:ext cx="114300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"From feasibility study to commissioning — our engineers handle the full EPC scope including pontoon design, mooring, and O&amp;M."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25146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Button Label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2734056"/>
            <a:ext cx="54864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52344"/>
            <a:ext cx="53035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Talk to Our Engineers  /  Get a Free Feasibility Study  /  Request a Quote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35040" y="2514600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Button Links To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35040" y="2734056"/>
            <a:ext cx="585216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752344"/>
            <a:ext cx="56692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page  (default)  /  or paste a specific URL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0" y="3246120"/>
            <a:ext cx="12188952" cy="347472"/>
          </a:xfrm>
          <a:prstGeom prst="rect">
            <a:avLst/>
          </a:prstGeom>
          <a:solidFill>
            <a:srgbClr val="0C1422"/>
          </a:solidFill>
          <a:ln w="12700">
            <a:solidFill>
              <a:srgbClr val="0C14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28269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RELATED ARTICLES  (3 cards shown at the bottom — link to other blogs)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36393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Related Article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3840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78224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 title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4544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/ Slug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4764024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782312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grid-parity-floating-solar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52486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URL or Description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74320" y="5468112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5486400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image or paste URL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251960" y="36393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Related Article 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51960" y="3840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251960" y="4059936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4078224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 title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251960" y="4544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/ Slug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251960" y="4764024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43400" y="4782312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grid-parity-floating-solar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251960" y="52486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URL or Description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251960" y="5468112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5486400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image or paste URL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29600" y="36393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Related Article 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0" y="3840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229600" y="4059936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21040" y="4078224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 title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29600" y="4544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 / Slug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229600" y="4764024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21040" y="4782312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 grid-parity-floating-solar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29600" y="52486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URL or Description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229600" y="5468112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0DF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21040" y="5486400"/>
            <a:ext cx="356616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BE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image or paste URL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74320" y="6016752"/>
            <a:ext cx="11612880" cy="658368"/>
          </a:xfrm>
          <a:prstGeom prst="roundRect">
            <a:avLst>
              <a:gd name="adj" fmla="val 9722"/>
            </a:avLst>
          </a:prstGeom>
          <a:solidFill>
            <a:srgbClr val="0C1422"/>
          </a:solidFill>
          <a:ln w="19050">
            <a:solidFill>
              <a:srgbClr val="FCAF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0624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F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Checklist before sending: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630936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SEO Title &amp; Meta Description   ✔  URL Slug   ✔  Blog Title &amp; Date   ✔  Lead Paragraph   ✔  Section Headings   ✔  Full Article Text   ✔  Cover Image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2026-05-05T11:36:12Z</dcterms:created>
  <dcterms:modified xsi:type="dcterms:W3CDTF">2026-05-05T11:36:12Z</dcterms:modified>
</cp:coreProperties>
</file>